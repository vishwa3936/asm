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98906"/>
            <a:ext cx="1301750" cy="819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Calibri"/>
                <a:cs typeface="Calibri"/>
              </a:rPr>
              <a:t>confidential</a:t>
            </a:r>
            <a:endParaRPr sz="1100">
              <a:latin typeface="Calibri"/>
              <a:cs typeface="Calibri"/>
            </a:endParaRPr>
          </a:p>
          <a:p>
            <a:pPr marL="12700" marR="327025">
              <a:lnSpc>
                <a:spcPct val="170100"/>
              </a:lnSpc>
              <a:spcBef>
                <a:spcPts val="15"/>
              </a:spcBef>
            </a:pPr>
            <a:r>
              <a:rPr dirty="0" sz="1100">
                <a:latin typeface="Calibri"/>
                <a:cs typeface="Calibri"/>
              </a:rPr>
              <a:t>do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not </a:t>
            </a:r>
            <a:r>
              <a:rPr dirty="0" sz="1100" spc="-10">
                <a:latin typeface="Calibri"/>
                <a:cs typeface="Calibri"/>
              </a:rPr>
              <a:t>distribute proprietary </a:t>
            </a:r>
            <a:r>
              <a:rPr dirty="0" sz="1100">
                <a:latin typeface="Calibri"/>
                <a:cs typeface="Calibri"/>
              </a:rPr>
              <a:t>internal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only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70500"/>
              </a:lnSpc>
              <a:spcBef>
                <a:spcPts val="5"/>
              </a:spcBef>
            </a:pPr>
            <a:r>
              <a:rPr dirty="0" sz="1100">
                <a:latin typeface="Calibri"/>
                <a:cs typeface="Calibri"/>
              </a:rPr>
              <a:t>Reliance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Confidential </a:t>
            </a:r>
            <a:r>
              <a:rPr dirty="0" sz="1100">
                <a:latin typeface="Calibri"/>
                <a:cs typeface="Calibri"/>
              </a:rPr>
              <a:t>Reliance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-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Confidential </a:t>
            </a:r>
            <a:r>
              <a:rPr dirty="0" sz="1100">
                <a:latin typeface="Calibri"/>
                <a:cs typeface="Calibri"/>
              </a:rPr>
              <a:t>Reliance-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Confidential </a:t>
            </a:r>
            <a:r>
              <a:rPr dirty="0" sz="1100">
                <a:latin typeface="Calibri"/>
                <a:cs typeface="Calibri"/>
              </a:rPr>
              <a:t>Reliance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-Confidential Reliance:Confidential </a:t>
            </a:r>
            <a:r>
              <a:rPr dirty="0" sz="1100">
                <a:latin typeface="Calibri"/>
                <a:cs typeface="Calibri"/>
              </a:rPr>
              <a:t>Reliance: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Confidential </a:t>
            </a:r>
            <a:r>
              <a:rPr dirty="0" sz="1100">
                <a:latin typeface="Calibri"/>
                <a:cs typeface="Calibri"/>
              </a:rPr>
              <a:t>Reliance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:Confidential </a:t>
            </a:r>
            <a:r>
              <a:rPr dirty="0" sz="1100">
                <a:latin typeface="Calibri"/>
                <a:cs typeface="Calibri"/>
              </a:rPr>
              <a:t>Reliance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Confidential </a:t>
            </a:r>
            <a:r>
              <a:rPr dirty="0" sz="1100">
                <a:latin typeface="Calibri"/>
                <a:cs typeface="Calibri"/>
              </a:rPr>
              <a:t>RIL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Confidential</a:t>
            </a:r>
            <a:endParaRPr sz="1100">
              <a:latin typeface="Calibri"/>
              <a:cs typeface="Calibri"/>
            </a:endParaRPr>
          </a:p>
          <a:p>
            <a:pPr algn="just" marL="12700" marR="313055">
              <a:lnSpc>
                <a:spcPts val="2260"/>
              </a:lnSpc>
              <a:spcBef>
                <a:spcPts val="204"/>
              </a:spcBef>
            </a:pPr>
            <a:r>
              <a:rPr dirty="0" sz="1100">
                <a:latin typeface="Calibri"/>
                <a:cs typeface="Calibri"/>
              </a:rPr>
              <a:t>RIL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-</a:t>
            </a:r>
            <a:r>
              <a:rPr dirty="0" sz="1100" spc="-10">
                <a:latin typeface="Calibri"/>
                <a:cs typeface="Calibri"/>
              </a:rPr>
              <a:t> Confidential </a:t>
            </a:r>
            <a:r>
              <a:rPr dirty="0" sz="1100">
                <a:latin typeface="Calibri"/>
                <a:cs typeface="Calibri"/>
              </a:rPr>
              <a:t>RIL-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Confidential</a:t>
            </a:r>
            <a:endParaRPr sz="1100">
              <a:latin typeface="Calibri"/>
              <a:cs typeface="Calibri"/>
            </a:endParaRPr>
          </a:p>
          <a:p>
            <a:pPr algn="just" marL="12700" marR="343535">
              <a:lnSpc>
                <a:spcPts val="2230"/>
              </a:lnSpc>
              <a:spcBef>
                <a:spcPts val="15"/>
              </a:spcBef>
            </a:pPr>
            <a:r>
              <a:rPr dirty="0" sz="1100">
                <a:latin typeface="Calibri"/>
                <a:cs typeface="Calibri"/>
              </a:rPr>
              <a:t>RIL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-Confidential RIL:Confidential</a:t>
            </a:r>
            <a:endParaRPr sz="1100">
              <a:latin typeface="Calibri"/>
              <a:cs typeface="Calibri"/>
            </a:endParaRPr>
          </a:p>
          <a:p>
            <a:pPr algn="just" marL="12700" marR="350520">
              <a:lnSpc>
                <a:spcPts val="2260"/>
              </a:lnSpc>
              <a:spcBef>
                <a:spcPts val="5"/>
              </a:spcBef>
            </a:pPr>
            <a:r>
              <a:rPr dirty="0" sz="1100">
                <a:latin typeface="Calibri"/>
                <a:cs typeface="Calibri"/>
              </a:rPr>
              <a:t>RIL: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Confidential RIL:Confidential </a:t>
            </a:r>
            <a:r>
              <a:rPr dirty="0" sz="1100">
                <a:latin typeface="Calibri"/>
                <a:cs typeface="Calibri"/>
              </a:rPr>
              <a:t>RIL: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Confidential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100">
              <a:latin typeface="Calibri"/>
              <a:cs typeface="Calibri"/>
            </a:endParaRPr>
          </a:p>
          <a:p>
            <a:pPr marL="12700" marR="337185">
              <a:lnSpc>
                <a:spcPct val="170400"/>
              </a:lnSpc>
            </a:pPr>
            <a:r>
              <a:rPr dirty="0" sz="1100">
                <a:latin typeface="Calibri"/>
                <a:cs typeface="Calibri"/>
              </a:rPr>
              <a:t>Reliance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Secret </a:t>
            </a:r>
            <a:r>
              <a:rPr dirty="0" sz="1100">
                <a:latin typeface="Calibri"/>
                <a:cs typeface="Calibri"/>
              </a:rPr>
              <a:t>Reliance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-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Secret </a:t>
            </a:r>
            <a:r>
              <a:rPr dirty="0" sz="1100">
                <a:latin typeface="Calibri"/>
                <a:cs typeface="Calibri"/>
              </a:rPr>
              <a:t>Reliance-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Secret </a:t>
            </a:r>
            <a:r>
              <a:rPr dirty="0" sz="1100">
                <a:latin typeface="Calibri"/>
                <a:cs typeface="Calibri"/>
              </a:rPr>
              <a:t>Reliance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-Secret Reliance:Secret </a:t>
            </a:r>
            <a:r>
              <a:rPr dirty="0" sz="1100">
                <a:latin typeface="Calibri"/>
                <a:cs typeface="Calibri"/>
              </a:rPr>
              <a:t>Reliance: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Secret </a:t>
            </a:r>
            <a:r>
              <a:rPr dirty="0" sz="1100">
                <a:latin typeface="Calibri"/>
                <a:cs typeface="Calibri"/>
              </a:rPr>
              <a:t>Reliance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:Secret </a:t>
            </a:r>
            <a:r>
              <a:rPr dirty="0" sz="1100">
                <a:latin typeface="Calibri"/>
                <a:cs typeface="Calibri"/>
              </a:rPr>
              <a:t>Reliance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Secret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98906"/>
            <a:ext cx="1057910" cy="7051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RIL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Secret</a:t>
            </a:r>
            <a:endParaRPr sz="1100">
              <a:latin typeface="Calibri"/>
              <a:cs typeface="Calibri"/>
            </a:endParaRPr>
          </a:p>
          <a:p>
            <a:pPr marL="12700" marR="404495">
              <a:lnSpc>
                <a:spcPct val="170400"/>
              </a:lnSpc>
              <a:spcBef>
                <a:spcPts val="10"/>
              </a:spcBef>
            </a:pPr>
            <a:r>
              <a:rPr dirty="0" sz="1100">
                <a:latin typeface="Calibri"/>
                <a:cs typeface="Calibri"/>
              </a:rPr>
              <a:t>RIL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-</a:t>
            </a:r>
            <a:r>
              <a:rPr dirty="0" sz="1100" spc="-10">
                <a:latin typeface="Calibri"/>
                <a:cs typeface="Calibri"/>
              </a:rPr>
              <a:t> Secret </a:t>
            </a:r>
            <a:r>
              <a:rPr dirty="0" sz="1100">
                <a:latin typeface="Calibri"/>
                <a:cs typeface="Calibri"/>
              </a:rPr>
              <a:t>RIL-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Secret </a:t>
            </a:r>
            <a:r>
              <a:rPr dirty="0" sz="1100">
                <a:latin typeface="Calibri"/>
                <a:cs typeface="Calibri"/>
              </a:rPr>
              <a:t>RIL</a:t>
            </a:r>
            <a:r>
              <a:rPr dirty="0" sz="1100" spc="-10">
                <a:latin typeface="Calibri"/>
                <a:cs typeface="Calibri"/>
              </a:rPr>
              <a:t> -Secret RIL:Secret </a:t>
            </a:r>
            <a:r>
              <a:rPr dirty="0" sz="1100">
                <a:latin typeface="Calibri"/>
                <a:cs typeface="Calibri"/>
              </a:rPr>
              <a:t>RIL: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Secret RIL:Secret </a:t>
            </a:r>
            <a:r>
              <a:rPr dirty="0" sz="1100">
                <a:latin typeface="Calibri"/>
                <a:cs typeface="Calibri"/>
              </a:rPr>
              <a:t>RIL: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Secret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70500"/>
              </a:lnSpc>
            </a:pPr>
            <a:r>
              <a:rPr dirty="0" sz="1100">
                <a:latin typeface="Calibri"/>
                <a:cs typeface="Calibri"/>
              </a:rPr>
              <a:t>Reliance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Internal </a:t>
            </a:r>
            <a:r>
              <a:rPr dirty="0" sz="1100">
                <a:latin typeface="Calibri"/>
                <a:cs typeface="Calibri"/>
              </a:rPr>
              <a:t>Reliance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-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Internal </a:t>
            </a:r>
            <a:r>
              <a:rPr dirty="0" sz="1100">
                <a:latin typeface="Calibri"/>
                <a:cs typeface="Calibri"/>
              </a:rPr>
              <a:t>Reliance-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Internal </a:t>
            </a:r>
            <a:r>
              <a:rPr dirty="0" sz="1100">
                <a:latin typeface="Calibri"/>
                <a:cs typeface="Calibri"/>
              </a:rPr>
              <a:t>Reliance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-Internal Reliance:Internal </a:t>
            </a:r>
            <a:r>
              <a:rPr dirty="0" sz="1100">
                <a:latin typeface="Calibri"/>
                <a:cs typeface="Calibri"/>
              </a:rPr>
              <a:t>Reliance: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Internal </a:t>
            </a:r>
            <a:r>
              <a:rPr dirty="0" sz="1100">
                <a:latin typeface="Calibri"/>
                <a:cs typeface="Calibri"/>
              </a:rPr>
              <a:t>Reliance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:Internal </a:t>
            </a:r>
            <a:r>
              <a:rPr dirty="0" sz="1100">
                <a:latin typeface="Calibri"/>
                <a:cs typeface="Calibri"/>
              </a:rPr>
              <a:t>Reliance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Internal </a:t>
            </a:r>
            <a:r>
              <a:rPr dirty="0" sz="1100">
                <a:latin typeface="Calibri"/>
                <a:cs typeface="Calibri"/>
              </a:rPr>
              <a:t>RIL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Internal</a:t>
            </a:r>
            <a:endParaRPr sz="1100">
              <a:latin typeface="Calibri"/>
              <a:cs typeface="Calibri"/>
            </a:endParaRPr>
          </a:p>
          <a:p>
            <a:pPr marL="12700" marR="316230">
              <a:lnSpc>
                <a:spcPct val="170300"/>
              </a:lnSpc>
              <a:spcBef>
                <a:spcPts val="5"/>
              </a:spcBef>
            </a:pPr>
            <a:r>
              <a:rPr dirty="0" sz="1100">
                <a:latin typeface="Calibri"/>
                <a:cs typeface="Calibri"/>
              </a:rPr>
              <a:t>RIL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-</a:t>
            </a:r>
            <a:r>
              <a:rPr dirty="0" sz="1100" spc="-10">
                <a:latin typeface="Calibri"/>
                <a:cs typeface="Calibri"/>
              </a:rPr>
              <a:t> Internal </a:t>
            </a:r>
            <a:r>
              <a:rPr dirty="0" sz="1100">
                <a:latin typeface="Calibri"/>
                <a:cs typeface="Calibri"/>
              </a:rPr>
              <a:t>RIL-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Internal </a:t>
            </a:r>
            <a:r>
              <a:rPr dirty="0" sz="1100">
                <a:latin typeface="Calibri"/>
                <a:cs typeface="Calibri"/>
              </a:rPr>
              <a:t>RIL</a:t>
            </a:r>
            <a:r>
              <a:rPr dirty="0" sz="1100" spc="-10">
                <a:latin typeface="Calibri"/>
                <a:cs typeface="Calibri"/>
              </a:rPr>
              <a:t> -Internal RIL:Internal </a:t>
            </a:r>
            <a:r>
              <a:rPr dirty="0" sz="1100">
                <a:latin typeface="Calibri"/>
                <a:cs typeface="Calibri"/>
              </a:rPr>
              <a:t>RIL: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Internal RIL:Internal </a:t>
            </a:r>
            <a:r>
              <a:rPr dirty="0" sz="1100">
                <a:latin typeface="Calibri"/>
                <a:cs typeface="Calibri"/>
              </a:rPr>
              <a:t>RIL: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Internal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Pritesh N More</dc:creator>
  <dcterms:created xsi:type="dcterms:W3CDTF">2025-01-14T07:09:10Z</dcterms:created>
  <dcterms:modified xsi:type="dcterms:W3CDTF">2025-01-14T07:09:10Z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2025-01-14T00:00:00Z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2025-01-14T00:00:00Z</vt:filetime>
  </property>
  <property fmtid="{D5CDD505-2E9C-101B-9397-08002B2CF9AE}" pid="5" name="Producer">
    <vt:lpwstr>www.ilovepdf.com</vt:lpwstr>
  </property>
</Properties>
</file>